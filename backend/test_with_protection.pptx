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a4b6833aa7f430095f940561e55fb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37"/>
            <a:ext cx="95250" cy="531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8046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封面页</a:t>
            </a:r>
          </a:p>
          <a:p>
            <a:pPr>
              <a:defRPr sz="1800"/>
            </a:pPr>
            <a:r>
              <a:t>测试封面内容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e0fe72d8fe8044c99bf7c9f92e9bcea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37"/>
            <a:ext cx="95250" cy="531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8046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内容页</a:t>
            </a:r>
          </a:p>
          <a:p>
            <a:pPr>
              <a:defRPr sz="1800"/>
            </a:pPr>
            <a:r>
              <a:t>测试内容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